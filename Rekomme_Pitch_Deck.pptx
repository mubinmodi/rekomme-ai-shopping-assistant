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B5F6"/>
                </a:solidFill>
                <a:latin typeface="Calibri"/>
              </a:defRPr>
            </a:pPr>
            <a:r>
              <a:t>Rekomme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AI Shopping Assistant Powered by Real Community Opinions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Stop guessing. Start buying what real people actually recommend.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6B35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54F"/>
                </a:solidFill>
                <a:latin typeface="Calibri"/>
              </a:defRPr>
            </a:pPr>
            <a:r>
              <a:t>95% of online shoppers read reviews before buying.</a:t>
            </a:r>
            <a:br/>
            <a:r>
              <a:t>But 42% of those reviews are fake, paid, or manipulated.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B5F6"/>
                </a:solidFill>
                <a:latin typeface="Calibri"/>
              </a:defRPr>
            </a:pPr>
            <a:r>
              <a:t>Fake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Amazon, Google reviews</a:t>
            </a:r>
            <a:br/>
            <a:r>
              <a:t>are gamed by sellers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2004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B5F6"/>
                </a:solidFill>
                <a:latin typeface="Calibri"/>
              </a:defRPr>
            </a:pPr>
            <a:r>
              <a:t>Information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74903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100+ reviews per product.</a:t>
            </a:r>
            <a:br/>
            <a:r>
              <a:t>No one reads them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26080"/>
            <a:ext cx="32004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B5F6"/>
                </a:solidFill>
                <a:latin typeface="Calibri"/>
              </a:defRPr>
            </a:pPr>
            <a:r>
              <a:t>No Trusted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74903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Where do real users</a:t>
            </a:r>
            <a:br/>
            <a:r>
              <a:t>honestly discuss products?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The real opinions are on Reddit, YouTube, and niche forums — but scattered and hard to find.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CAF5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One AI assistant that reads thousands of real community discussions</a:t>
            </a:r>
            <a:br/>
            <a:r>
              <a:t>and gives you trusted, sourced product recommendations in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5603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B5F6"/>
                </a:solidFill>
                <a:latin typeface="Calibri"/>
              </a:defRPr>
            </a:pPr>
            <a:r>
              <a:t>Community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Analyzes Reddit threads,</a:t>
            </a:r>
            <a:br/>
            <a:r>
              <a:t>forums, and discussions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743200"/>
            <a:ext cx="25603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B5F6"/>
                </a:solidFill>
                <a:latin typeface="Calibri"/>
              </a:defRPr>
            </a:pPr>
            <a:r>
              <a:t>Live Market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566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Real-time prices from</a:t>
            </a:r>
            <a:br/>
            <a:r>
              <a:t>Google Shopping + merchants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743200"/>
            <a:ext cx="25603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B5F6"/>
                </a:solidFill>
                <a:latin typeface="Calibri"/>
              </a:defRPr>
            </a:pPr>
            <a:r>
              <a:t>Expert + Video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66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News articles and YouTube</a:t>
            </a:r>
            <a:br/>
            <a:r>
              <a:t>reviews auto-attached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743200"/>
            <a:ext cx="25603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B5F6"/>
                </a:solidFill>
                <a:latin typeface="Calibri"/>
              </a:defRPr>
            </a:pPr>
            <a:r>
              <a:t>Price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566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Track price trends and</a:t>
            </a:r>
            <a:br/>
            <a:r>
              <a:t>find the best time to buy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54F"/>
                </a:solidFill>
                <a:latin typeface="Calibri"/>
              </a:defRPr>
            </a:pPr>
            <a:r>
              <a:t>Every recommendation cites its source — users can verify and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64B5F6"/>
                </a:solidFill>
                <a:latin typeface="Calibri"/>
              </a:defRPr>
            </a:pPr>
            <a:r>
              <a:t>Why Reddit?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54F"/>
                </a:solidFill>
                <a:latin typeface="Calibri"/>
              </a:defRPr>
            </a:pPr>
            <a:r>
              <a:t>Reddit is the largest collection of unfiltered, honest product opinions on the internet.</a:t>
            </a:r>
            <a:br/>
            <a:r>
              <a:t>Google now prioritizes Reddit results for shopping queries. Reddit IPO'd at $6.5B on this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34747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Unbiased Opinions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Reddit users have no financial</a:t>
            </a:r>
            <a:br/>
            <a:r>
              <a:t>incentive. No affiliate links,</a:t>
            </a:r>
            <a:br/>
            <a:r>
              <a:t>no sponsored posts, no seller</a:t>
            </a:r>
            <a:br/>
            <a:r>
              <a:t>manipulation.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926080"/>
            <a:ext cx="34747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Long-Term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749039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Users discuss products after</a:t>
            </a:r>
            <a:br/>
            <a:r>
              <a:t>months of ownership — not</a:t>
            </a:r>
            <a:br/>
            <a:r>
              <a:t>day-one hype. Real durability,</a:t>
            </a:r>
            <a:br/>
            <a:r>
              <a:t>comfort, and quality insights.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926080"/>
            <a:ext cx="34747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Community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749039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Upvotes and downvotes act as</a:t>
            </a:r>
            <a:br/>
            <a:r>
              <a:t>crowdsourced quality filters.</a:t>
            </a:r>
            <a:br/>
            <a:r>
              <a:t>Bad advice gets buried,</a:t>
            </a:r>
            <a:br/>
            <a:r>
              <a:t>good advice rises.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r/HeadphoneAdvice alone has 1M+ members sharing daily product comparisons and honest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  <a:latin typeface="Calibri"/>
              </a:defRPr>
            </a:pPr>
            <a:r>
              <a:t>System Architecture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Streamlit UI  &gt;  FastAPI Backend  &gt;  LangGraph Agent  &gt;  Multi-Source Enrichment  &gt;  Data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  <a:latin typeface="Calibri"/>
              </a:defRPr>
            </a:pPr>
            <a:r>
              <a:t>Data Pipeline</a:t>
            </a:r>
          </a:p>
        </p:txBody>
      </p:sp>
      <p:pic>
        <p:nvPicPr>
          <p:cNvPr id="3" name="Picture 2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7" y="640080"/>
            <a:ext cx="420624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64B5F6"/>
                </a:solidFill>
                <a:latin typeface="Calibri"/>
              </a:defRPr>
            </a:pPr>
            <a:r>
              <a:t>How We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5603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Phase 1: Headphones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Prove the model in one</a:t>
            </a:r>
            <a:br/>
            <a:r>
              <a:t>high-engagement category.</a:t>
            </a:r>
            <a:br/>
            <a:r>
              <a:t>r/HeadphoneAdvice = 1M+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25603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Phase 2: Consumer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Expand to laptops, keyboards,</a:t>
            </a:r>
            <a:br/>
            <a:r>
              <a:t>cameras, smart home.</a:t>
            </a:r>
            <a:br/>
            <a:r>
              <a:t>Same pipeline, new subreddits.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Phase 3: All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Fashion, skincare, fitness gear.</a:t>
            </a:r>
            <a:br/>
            <a:r>
              <a:t>Any category with community</a:t>
            </a:r>
            <a:br/>
            <a:r>
              <a:t>discussions.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5603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Phase 4: Platform +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860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Let other apps and AI agents</a:t>
            </a:r>
            <a:br/>
            <a:r>
              <a:t>use Rekomme as a tool</a:t>
            </a:r>
            <a:br/>
            <a:r>
              <a:t>via MCP / API.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54F"/>
                </a:solidFill>
                <a:latin typeface="Calibri"/>
              </a:defRPr>
            </a:pPr>
            <a:r>
              <a:t>Each new category = same tech stack + new data source. Scales horizontally with minimal effort.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64B5F6"/>
                </a:solidFill>
                <a:latin typeface="Calibri"/>
              </a:defRPr>
            </a:pPr>
            <a:r>
              <a:t>MCP: The Distribution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Rekomme as an MCP Server = every AI assistant becomes a distribution channel.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D54F"/>
                </a:solidFill>
                <a:latin typeface="Calibri"/>
              </a:defRPr>
            </a:pPr>
            <a:r>
              <a:t>User  →  Claude / GPT / Cursor  →  Calls Rekomme MCP Tool  →  Products + Reviews + Prices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34747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AI Assistants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Claude, GPT, Copilot</a:t>
            </a:r>
            <a:br/>
            <a:r>
              <a:t>add shopping as</a:t>
            </a:r>
            <a:br/>
            <a:r>
              <a:t>a native 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474720"/>
            <a:ext cx="34747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E-commerce 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Embed community-backed</a:t>
            </a:r>
            <a:br/>
            <a:r>
              <a:t>reviews directly on</a:t>
            </a:r>
            <a:br/>
            <a:r>
              <a:t>product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474720"/>
            <a:ext cx="34747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Browser Extensions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Show Reddit community</a:t>
            </a:r>
            <a:br/>
            <a:r>
              <a:t>opinion while browsing</a:t>
            </a:r>
            <a:br/>
            <a:r>
              <a:t>any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AAAA"/>
                </a:solidFill>
                <a:latin typeface="Calibri"/>
              </a:defRPr>
            </a:pPr>
            <a:r>
              <a:t>Zero integration effort for end users — AI agents auto-discover and use the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B5F6"/>
                </a:solidFill>
                <a:latin typeface="Calibri"/>
              </a:defRPr>
            </a:pPr>
            <a:r>
              <a:t>Rekomme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The shopping assistant that reads the internet</a:t>
            </a:r>
            <a:br/>
            <a:r>
              <a:t>so you don't have 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github.com/mubinmodi/AI-shopping-assistant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Built with LangGraph + GPT-4o-mini + Pinecone + Tavily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